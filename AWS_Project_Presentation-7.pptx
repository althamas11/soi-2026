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FF990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CLOUD COMPUTING INTERNSHIP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a Static Website using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 and Amazon CloudFront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— Step-by-Step Implementation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1828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Sayyed Althamas  •  Sai Pradeep  •  CH Sivani  •  K Sofiya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Bethala Sumana  •  Mr Juttuka Lovababu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Mentors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5320" y="15544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4686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5468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6760" y="2697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Sayyed Althamas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44240" y="15544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3578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33578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35680" y="2697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Pradeep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3160" y="15544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2470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1247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24600" y="2697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Sivani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022080" y="155448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1362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99136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13520" y="2697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Sofiya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434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Bethala Sumana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44348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FF4E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4434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Juttuka Lovababu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3657600" cy="365760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Out To Build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deploy, and deliver a static portfolio-style website using core AWS cloud services — demonstrating practical, hands-on skills in cloud storage, global content delivery, and secure access control.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663440" y="320040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31272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9240" y="34930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and static website hosting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425196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41788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45445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content delivery network (CDN)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530352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5230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Access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55961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private access from CloudFront to S3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Services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host the static website 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459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serving the website globally with low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6459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240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Access Control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26060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S3 bucket access to CloudFront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Management Console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617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configure all services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4290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6576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4617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website content (index.html, style.css)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visitor's request securely reaches the website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926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26664" y="3383280"/>
            <a:ext cx="393192" cy="274320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27432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926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edge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15584" y="3383280"/>
            <a:ext cx="393192" cy="274320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27432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926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Access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(OAC)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signed access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04504" y="3383280"/>
            <a:ext cx="393192" cy="274320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274320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29260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0" y="3703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origin (website files)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48463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S3 bucket stays fully private — Block Public Access is ON. Content is served to the world only through CloudFront, authenticated via OAC.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S3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Amazon S3 Bucket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S3 bucket named "aws-bucket-group-project" was created in the US East (N. Virginia) region to store the website's files.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 of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S3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Website Files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and style.css were uploaded to the bucket. Upload summary confirms 2 files (5.1 KB total) succeeded.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2 of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S3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Static Website Hosting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was enabled in the bucket's Properties tab, with index.html set as the index document.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3 of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S3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Initial Public-Read Policy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PublicReadGetObject bucket policy was attached to allow public GetObject access — the traditional S3 hosting method.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4 of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S3 SETUP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Block Public Access Settings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 public access was kept ON at the bucket level, following AWS security best practices — content is instead served via CloudFront.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5 of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CLOUDFRONT DISTRIBUTION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CloudFront Distribution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CloudFront distribution named "project-cdn" was created using the "Single website or app" distribution type.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6 of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CLOUDFRONT DISTRIBUTION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the Origin (S3 Bucket)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type was set to Amazon S3, selecting aws-bucket-group-project.s3.us-east-1.amazonaws.com as the origin.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7 of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CLOUDFRONT DISTRIBUTION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Origin Access Settings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private S3 bucket access to CloudFront" (recommended) was enabled with recommended origin and cache settings.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8 of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CLOUDFRONT DISTRIBUTION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Security Settings (WAF)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enable security protections" was selected, since AWS WAF was not required for this internship-scale project.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9 of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CLOUDFRONT DISTRIBUTION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Create the Distribution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"project-cdn" was created successfully and assigned the domain d5u11d7ktopvm.cloudfront.net.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10 of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SECURING ACCESS (OAC)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Origin Access Control (OAC)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was edited to use "Origin access control settings (recommended)", and a new OAC was created and attached.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11 of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SECURING ACCESS (OAC)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Bucket Policy Updated for CloudFront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auto-generated an updated bucket policy (AllowCloudFrontServicePrincipal), replacing the earlier public-read policy.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12 of 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LIVE 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the Website via CloudFront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was accessed via d5u11d7ktopvm.cloudfront.net, confirming the homepage banner, navigation, and welcome section load.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13 of 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LIVE 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About / Learning Section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"About Our Internship" and "What We Are Learning" sections render correctly, listing Cloud Computing, AWS, and DevOps.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14 of 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LIVE 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Team Section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"Our Team" section displays all team members along with the footer copyright — confirming the site is fully live via CloudFront.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9684" y="1298448"/>
            <a:ext cx="7461504" cy="4261104"/>
          </a:xfrm>
          <a:prstGeom prst="roundRect">
            <a:avLst>
              <a:gd name="adj" fmla="val 1073"/>
            </a:avLst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25000"/>
              </a:srgbClr>
            </a:outerShdw>
          </a:effectLst>
        </p:spPr>
      </p:sp>
      <p:pic>
        <p:nvPicPr>
          <p:cNvPr id="10" name="Image 0" descr="images/step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836" y="1371600"/>
            <a:ext cx="7315200" cy="411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DevOps Internship Project  ·  Step 15 of 15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FF9900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static website deployment on AWS: storing files in Amazon S3, enabling static website hosting, and securely distributing content worldwide using Amazon CloudFront with Origin Access Control.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S3 bucket stays private while the website remains publicly and securely accessible via CloudFront's global edge network — reflecting real-world AWS DevOps best practices.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212080"/>
            <a:ext cx="118414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212080"/>
            <a:ext cx="11841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98548" y="5212080"/>
            <a:ext cx="1952244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8548" y="5212080"/>
            <a:ext cx="19522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33672" y="5212080"/>
            <a:ext cx="2336292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5212080"/>
            <a:ext cx="23362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Access Control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52844" y="521208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2844" y="52120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99932" y="52120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41B47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9932" y="5212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2026-07-13T07:53:44Z</dcterms:created>
  <dcterms:modified xsi:type="dcterms:W3CDTF">2026-07-13T07:53:44Z</dcterms:modified>
</cp:coreProperties>
</file>